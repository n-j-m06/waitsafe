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>
        <p:scale>
          <a:sx n="78" d="100"/>
          <a:sy n="78" d="100"/>
        </p:scale>
        <p:origin x="10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4AC82-8C80-400C-D6BB-883E3D1DA5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D9992-619E-4EC6-6653-2115F95E3C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21B25-5112-532E-6F78-AD3F1907F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8E829-A896-4C4B-8C14-DF003272813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F4AB0-5814-8B94-508B-B745DDD28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5980F-23E7-B95A-4523-A55022863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383B6-BD7F-400F-8898-47DB0FA76F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97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8B4AD-6A29-0D67-F3BE-71D53B3A5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F10AD-3E40-1412-2FF6-810F12369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3AA99-D22B-BAF0-BCD9-B1BC9504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8E829-A896-4C4B-8C14-DF003272813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B0E2D-9161-D89A-0517-200E79F6C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917FF-77C7-2AAB-CE04-D10DBA9A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383B6-BD7F-400F-8898-47DB0FA76F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95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978E0-EE9F-D24F-3542-29C413E82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6944FD-D05F-F38E-37FB-B39B3BA16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D0DDA-35DC-7206-C879-447CFEC85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8E829-A896-4C4B-8C14-DF003272813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3D13B-2245-90E1-D145-7D076BB8A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35742-D471-4757-D334-29858EFE9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383B6-BD7F-400F-8898-47DB0FA76F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7617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1F717-9E25-A431-90C5-C7C07B42F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95AF8-959F-7D77-9B1F-31EE47A32A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A5E2AA-77C4-B423-ACD0-11605B389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4AC406-7DCD-EF4F-A54D-968FC1D1B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8E829-A896-4C4B-8C14-DF003272813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AF1524-C080-F9B2-EDC8-C416799B6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D205A-DECE-EFA5-A834-B09FA9A65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383B6-BD7F-400F-8898-47DB0FA76F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72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141C6-CD8B-C0FE-0DD4-BA7982B97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91505-78D1-D5D2-05AD-0C77173D0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706868-8693-72D6-DB28-7B6B633DEE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9EDAC9-AC01-9A06-8FBF-A09BE6E6C5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23F8BD-8AFD-F131-B4EF-2C818B4733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6381CE-05F6-A877-753F-B48D0604D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8E829-A896-4C4B-8C14-DF003272813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D9877A-AB6B-C5F1-1067-F53B37384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4682A9-915A-E186-30E7-37E00B08B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383B6-BD7F-400F-8898-47DB0FA76F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974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77997-6B84-5717-08D2-F2D9340D7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5A6CCA-8569-D2D4-8977-CC95EA682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8E829-A896-4C4B-8C14-DF003272813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51AD0A-927E-AB73-DAB9-7E7D34DD0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5DDCAE-637E-57AC-D76D-62C78BD72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383B6-BD7F-400F-8898-47DB0FA76F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794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CAACBE-5612-1916-1C3D-E442A99FD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8E829-A896-4C4B-8C14-DF003272813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10C01A-6E72-3661-6726-09FEA57C0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E9F120-B762-DBCB-C189-8E0123EE0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383B6-BD7F-400F-8898-47DB0FA76F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297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D54E-CD36-4A96-BE79-7E0BA434B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51EDA-91D3-623D-4D88-4F0C9B677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841BFB-584A-DC59-3E7D-DADF4CF30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04B55F-7C80-79BA-35BA-5BFDAC74A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8E829-A896-4C4B-8C14-DF003272813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F2DB7-0BAD-5FD7-A74C-9EAAB6FFA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E4162-F166-4AAF-B76C-127132414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383B6-BD7F-400F-8898-47DB0FA76F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944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6DCF-5303-172E-83DA-0428705FA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B913EE-2A41-6997-51C7-F1DD227E1A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A7940C-6B03-241C-6B37-092323C12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9368AB-727E-9222-9311-EF2B6AC26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8E829-A896-4C4B-8C14-DF003272813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30E97-0BEA-C1A0-FA31-39FC8F628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65448-EE08-0B34-2150-03B6EFB9A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383B6-BD7F-400F-8898-47DB0FA76F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443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90234-6B06-FF81-9543-C8BD67A4A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2F4429-8A2A-E48E-AD6A-067609320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5D93-1051-3C13-E3EC-9ABA5BFE0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8E829-A896-4C4B-8C14-DF003272813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A5DB9-E48C-263B-4900-30FA9F19B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DC99C-7EAB-7ADA-156A-EBEED3735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383B6-BD7F-400F-8898-47DB0FA76F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079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50E39E-AA09-E4BC-F597-A0C8EF752E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C02E36-4923-06BC-E9CC-57B122D32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AB55C-F8DE-1200-0470-BB961BD8F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8E829-A896-4C4B-8C14-DF003272813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3352A-982D-7BF0-63E6-33F47A97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53F52-B27C-6CCC-61D0-0E16C243B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383B6-BD7F-400F-8898-47DB0FA76F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991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2339A-150B-3A59-E0BA-41ED2A084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39AA7-B0EE-7323-E92D-5063CE7E5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F9550-7ED9-DF50-7233-7416331BF3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68E829-A896-4C4B-8C14-DF003272813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E611A-F26D-D8CC-6957-519EEAADB2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5C988-97DF-FE57-8490-6CDFD4885B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7383B6-BD7F-400F-8898-47DB0FA76F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88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ink background Images - Free Download on Magnific (formerly ...">
            <a:extLst>
              <a:ext uri="{FF2B5EF4-FFF2-40B4-BE49-F238E27FC236}">
                <a16:creationId xmlns:a16="http://schemas.microsoft.com/office/drawing/2014/main" id="{288BF8F3-F1D5-F353-A884-1659DB97E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50FAD2-A3B4-3F2D-9337-445AF373BB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9F6689-9A1D-EAAD-EC38-303872E500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371FD1-1935-8EF4-1069-D0D1F7A9E3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958"/>
          <a:stretch>
            <a:fillRect/>
          </a:stretch>
        </p:blipFill>
        <p:spPr>
          <a:xfrm>
            <a:off x="609600" y="204324"/>
            <a:ext cx="10972800" cy="644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851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4A425-FA4C-A928-A527-81A0AE393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ink background Images - Free Download on Magnific (formerly ...">
            <a:extLst>
              <a:ext uri="{FF2B5EF4-FFF2-40B4-BE49-F238E27FC236}">
                <a16:creationId xmlns:a16="http://schemas.microsoft.com/office/drawing/2014/main" id="{C6DFB1AA-5334-B141-381C-8F011C195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CF2975-8C46-8271-BEFC-022954B96A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666"/>
          <a:stretch>
            <a:fillRect/>
          </a:stretch>
        </p:blipFill>
        <p:spPr>
          <a:xfrm>
            <a:off x="544286" y="228600"/>
            <a:ext cx="109728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166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305A4-AABD-53AB-7623-7A1663525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ink background Images - Free Download on Magnific (formerly ...">
            <a:extLst>
              <a:ext uri="{FF2B5EF4-FFF2-40B4-BE49-F238E27FC236}">
                <a16:creationId xmlns:a16="http://schemas.microsoft.com/office/drawing/2014/main" id="{6781DBB0-534F-47A0-E662-D98A1B6FB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EC1F738-E8C5-7280-1F7C-5E84F5A5D9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6"/>
          <a:stretch>
            <a:fillRect/>
          </a:stretch>
        </p:blipFill>
        <p:spPr>
          <a:xfrm>
            <a:off x="609600" y="228600"/>
            <a:ext cx="109728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865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7DC08-CB3E-1E27-8286-D8620CBFC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ink background Images - Free Download on Magnific (formerly ...">
            <a:extLst>
              <a:ext uri="{FF2B5EF4-FFF2-40B4-BE49-F238E27FC236}">
                <a16:creationId xmlns:a16="http://schemas.microsoft.com/office/drawing/2014/main" id="{E944BADA-B13B-0D7A-756C-3EBACDD91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60A176-76F9-BC59-220B-EE22D93F7A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072"/>
          <a:stretch>
            <a:fillRect/>
          </a:stretch>
        </p:blipFill>
        <p:spPr>
          <a:xfrm>
            <a:off x="609600" y="208189"/>
            <a:ext cx="10972800" cy="644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634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6E0C1-B0D1-85F6-3A27-64E67B449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ink background Images - Free Download on Magnific (formerly ...">
            <a:extLst>
              <a:ext uri="{FF2B5EF4-FFF2-40B4-BE49-F238E27FC236}">
                <a16:creationId xmlns:a16="http://schemas.microsoft.com/office/drawing/2014/main" id="{8C6F5454-C1A7-A950-9815-7CD0283BB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216760-09FD-E25D-62B4-1A59A152A2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072"/>
          <a:stretch>
            <a:fillRect/>
          </a:stretch>
        </p:blipFill>
        <p:spPr>
          <a:xfrm>
            <a:off x="609600" y="208189"/>
            <a:ext cx="10972800" cy="644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041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4F5AD-6A07-0B09-21FF-BA63002EC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ink background Images - Free Download on Magnific (formerly ...">
            <a:extLst>
              <a:ext uri="{FF2B5EF4-FFF2-40B4-BE49-F238E27FC236}">
                <a16:creationId xmlns:a16="http://schemas.microsoft.com/office/drawing/2014/main" id="{BAFB0D4D-19C2-B957-A55F-E5C8B7342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20D950-1006-D0A3-D648-2612158B4F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190"/>
          <a:stretch>
            <a:fillRect/>
          </a:stretch>
        </p:blipFill>
        <p:spPr>
          <a:xfrm>
            <a:off x="609600" y="212271"/>
            <a:ext cx="10972800" cy="6433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130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81064-63B2-C527-A118-52D4F8FD7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ink background Images - Free Download on Magnific (formerly ...">
            <a:extLst>
              <a:ext uri="{FF2B5EF4-FFF2-40B4-BE49-F238E27FC236}">
                <a16:creationId xmlns:a16="http://schemas.microsoft.com/office/drawing/2014/main" id="{A3387E13-0B87-514C-CA4B-4A1A7CB9A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7BA76FB-926C-2A00-1DFE-EE2AEADE27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428"/>
          <a:stretch>
            <a:fillRect/>
          </a:stretch>
        </p:blipFill>
        <p:spPr>
          <a:xfrm>
            <a:off x="609600" y="0"/>
            <a:ext cx="10972800" cy="6417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790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D46BB-A08C-5C58-2B1D-251A4824D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ink background Images - Free Download on Magnific (formerly ...">
            <a:extLst>
              <a:ext uri="{FF2B5EF4-FFF2-40B4-BE49-F238E27FC236}">
                <a16:creationId xmlns:a16="http://schemas.microsoft.com/office/drawing/2014/main" id="{05002A3F-489E-30A0-2C85-5BF1B83A1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9ADEEA6-56FA-ABA9-6C46-3C02252467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786"/>
          <a:stretch>
            <a:fillRect/>
          </a:stretch>
        </p:blipFill>
        <p:spPr>
          <a:xfrm>
            <a:off x="609600" y="232682"/>
            <a:ext cx="10972800" cy="639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92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A0AE4-A9E0-6B96-647C-3A1BCAB2D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ink background Images - Free Download on Magnific (formerly ...">
            <a:extLst>
              <a:ext uri="{FF2B5EF4-FFF2-40B4-BE49-F238E27FC236}">
                <a16:creationId xmlns:a16="http://schemas.microsoft.com/office/drawing/2014/main" id="{A1FB20FB-1FC9-6DEE-2C24-84F41E885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30BA41-32CE-A13E-63C9-7C17044207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547"/>
          <a:stretch>
            <a:fillRect/>
          </a:stretch>
        </p:blipFill>
        <p:spPr>
          <a:xfrm>
            <a:off x="609600" y="224518"/>
            <a:ext cx="10972800" cy="640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02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C8839-00C7-07BC-65DB-65A1AA8E9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ink background Images - Free Download on Magnific (formerly ...">
            <a:extLst>
              <a:ext uri="{FF2B5EF4-FFF2-40B4-BE49-F238E27FC236}">
                <a16:creationId xmlns:a16="http://schemas.microsoft.com/office/drawing/2014/main" id="{4755BDD8-D9FA-8E1B-B674-56000AB2F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51E8218-34B8-346C-6517-6E2F91A3ED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953"/>
          <a:stretch>
            <a:fillRect/>
          </a:stretch>
        </p:blipFill>
        <p:spPr>
          <a:xfrm>
            <a:off x="609600" y="204107"/>
            <a:ext cx="10972800" cy="644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113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ink background Images - Free Download on Magnific (formerly ...">
            <a:extLst>
              <a:ext uri="{FF2B5EF4-FFF2-40B4-BE49-F238E27FC236}">
                <a16:creationId xmlns:a16="http://schemas.microsoft.com/office/drawing/2014/main" id="{6210D4FF-C26B-DAEE-3A10-22DC73F1B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E3FA09-7BBC-5F71-3E62-D20E00439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C811B-1CA3-A834-D54B-13F43F78F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048BF0-86A4-20A7-2B08-0F670EBF77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324"/>
          <a:stretch>
            <a:fillRect/>
          </a:stretch>
        </p:blipFill>
        <p:spPr>
          <a:xfrm>
            <a:off x="609600" y="182562"/>
            <a:ext cx="10972800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039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0FFA2-8A48-1D56-C59C-730C95DF3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ink background Images - Free Download on Magnific (formerly ...">
            <a:extLst>
              <a:ext uri="{FF2B5EF4-FFF2-40B4-BE49-F238E27FC236}">
                <a16:creationId xmlns:a16="http://schemas.microsoft.com/office/drawing/2014/main" id="{E077E362-C018-AE5C-FD12-38945FA7C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46B0DFA-9964-628D-59AF-868B7671FF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6" b="5476"/>
          <a:stretch>
            <a:fillRect/>
          </a:stretch>
        </p:blipFill>
        <p:spPr>
          <a:xfrm>
            <a:off x="848609" y="367393"/>
            <a:ext cx="3163253" cy="61068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B903901-2C60-2288-D339-BBFEAEA7D0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47" b="5119"/>
          <a:stretch>
            <a:fillRect/>
          </a:stretch>
        </p:blipFill>
        <p:spPr>
          <a:xfrm>
            <a:off x="7902552" y="367393"/>
            <a:ext cx="3163253" cy="622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561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80DB7-827C-6B50-B57C-41433CD60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ink background Images - Free Download on Magnific (formerly ...">
            <a:extLst>
              <a:ext uri="{FF2B5EF4-FFF2-40B4-BE49-F238E27FC236}">
                <a16:creationId xmlns:a16="http://schemas.microsoft.com/office/drawing/2014/main" id="{24901184-F27E-CF0A-CAA8-F00A47AE3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1AC513-A344-AACD-727D-3904400DBA74}"/>
              </a:ext>
            </a:extLst>
          </p:cNvPr>
          <p:cNvSpPr txBox="1"/>
          <p:nvPr/>
        </p:nvSpPr>
        <p:spPr>
          <a:xfrm>
            <a:off x="4392386" y="3551464"/>
            <a:ext cx="2557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Demo video upload here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BECBD4-F6E2-A6AF-44A7-099E6C65E6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190"/>
          <a:stretch>
            <a:fillRect/>
          </a:stretch>
        </p:blipFill>
        <p:spPr>
          <a:xfrm>
            <a:off x="609600" y="212271"/>
            <a:ext cx="10972800" cy="6433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308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</Words>
  <Application>Microsoft Office PowerPoint</Application>
  <PresentationFormat>Widescreen</PresentationFormat>
  <Paragraphs>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Atmihaa M B</dc:creator>
  <cp:lastModifiedBy>Atmihaa M B</cp:lastModifiedBy>
  <cp:revision>1</cp:revision>
  <dcterms:created xsi:type="dcterms:W3CDTF">2026-06-14T11:20:44Z</dcterms:created>
  <dcterms:modified xsi:type="dcterms:W3CDTF">2026-06-14T11:37:45Z</dcterms:modified>
</cp:coreProperties>
</file>